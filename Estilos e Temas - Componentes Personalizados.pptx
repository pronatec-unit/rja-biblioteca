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74" r:id="rId3"/>
    <p:sldId id="257" r:id="rId4"/>
    <p:sldId id="258" r:id="rId5"/>
    <p:sldId id="265" r:id="rId6"/>
    <p:sldId id="259" r:id="rId7"/>
    <p:sldId id="266" r:id="rId8"/>
    <p:sldId id="260" r:id="rId9"/>
    <p:sldId id="267" r:id="rId10"/>
    <p:sldId id="261" r:id="rId11"/>
    <p:sldId id="268" r:id="rId12"/>
    <p:sldId id="262" r:id="rId13"/>
    <p:sldId id="263" r:id="rId14"/>
    <p:sldId id="269" r:id="rId15"/>
    <p:sldId id="264" r:id="rId16"/>
    <p:sldId id="275" r:id="rId17"/>
    <p:sldId id="270" r:id="rId18"/>
    <p:sldId id="271" r:id="rId19"/>
    <p:sldId id="272" r:id="rId20"/>
    <p:sldId id="273" r:id="rId21"/>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9" autoAdjust="0"/>
    <p:restoredTop sz="87722" autoAdjust="0"/>
  </p:normalViewPr>
  <p:slideViewPr>
    <p:cSldViewPr>
      <p:cViewPr varScale="1">
        <p:scale>
          <a:sx n="64" d="100"/>
          <a:sy n="64" d="100"/>
        </p:scale>
        <p:origin x="-156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pt-BR" smtClean="0"/>
              <a:t>Clique para editar o título mestre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940AA24E-74E7-4FC6-AE69-DBAD2AEDFE1F}" type="datetimeFigureOut">
              <a:rPr lang="pt-BR" smtClean="0"/>
              <a:t>28/09/2016</a:t>
            </a:fld>
            <a:endParaRPr lang="pt-BR"/>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pt-B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6BCF794D-64B7-4AB0-B389-BA687F0F2E98}" type="slidenum">
              <a:rPr lang="pt-BR" smtClean="0"/>
              <a:t>‹nº›</a:t>
            </a:fld>
            <a:endParaRPr lang="pt-B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a:p>
        </p:txBody>
      </p:sp>
      <p:sp>
        <p:nvSpPr>
          <p:cNvPr id="3" name="Content Placeholder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940AA24E-74E7-4FC6-AE69-DBAD2AEDFE1F}" type="datetimeFigureOut">
              <a:rPr lang="pt-BR" smtClean="0"/>
              <a:t>28/09/2016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pt-BR" smtClean="0"/>
              <a:t>Clique para editar o título mestre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940AA24E-74E7-4FC6-AE69-DBAD2AEDFE1F}" type="datetimeFigureOut">
              <a:rPr lang="pt-BR" smtClean="0"/>
              <a:t>28/09/2016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a:p>
        </p:txBody>
      </p:sp>
      <p:sp>
        <p:nvSpPr>
          <p:cNvPr id="5" name="Date Placeholder 4"/>
          <p:cNvSpPr>
            <a:spLocks noGrp="1"/>
          </p:cNvSpPr>
          <p:nvPr>
            <p:ph type="dt" sz="half" idx="10"/>
          </p:nvPr>
        </p:nvSpPr>
        <p:spPr/>
        <p:txBody>
          <a:bodyPr/>
          <a:lstStyle/>
          <a:p>
            <a:fld id="{940AA24E-74E7-4FC6-AE69-DBAD2AEDFE1F}" type="datetimeFigureOut">
              <a:rPr lang="pt-BR" smtClean="0"/>
              <a:t>28/09/2016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6BCF794D-64B7-4AB0-B389-BA687F0F2E98}" type="slidenum">
              <a:rPr lang="pt-BR" smtClean="0"/>
              <a:t>‹nº›</a:t>
            </a:fld>
            <a:endParaRPr lang="pt-BR"/>
          </a:p>
        </p:txBody>
      </p:sp>
      <p:sp>
        <p:nvSpPr>
          <p:cNvPr id="9" name="Content Placeholder 8"/>
          <p:cNvSpPr>
            <a:spLocks noGrp="1"/>
          </p:cNvSpPr>
          <p:nvPr>
            <p:ph sz="quarter" idx="13"/>
          </p:nvPr>
        </p:nvSpPr>
        <p:spPr>
          <a:xfrm>
            <a:off x="1042416" y="2313432"/>
            <a:ext cx="3419856" cy="349300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smtClean="0"/>
              <a:t>Clique para editar o título mestre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940AA24E-74E7-4FC6-AE69-DBAD2AEDFE1F}" type="datetimeFigureOut">
              <a:rPr lang="pt-BR" smtClean="0"/>
              <a:t>28/09/2016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a:p>
        </p:txBody>
      </p:sp>
      <p:sp>
        <p:nvSpPr>
          <p:cNvPr id="3" name="Date Placeholder 2"/>
          <p:cNvSpPr>
            <a:spLocks noGrp="1"/>
          </p:cNvSpPr>
          <p:nvPr>
            <p:ph type="dt" sz="half" idx="10"/>
          </p:nvPr>
        </p:nvSpPr>
        <p:spPr/>
        <p:txBody>
          <a:bodyPr/>
          <a:lstStyle/>
          <a:p>
            <a:fld id="{940AA24E-74E7-4FC6-AE69-DBAD2AEDFE1F}" type="datetimeFigureOut">
              <a:rPr lang="pt-BR" smtClean="0"/>
              <a:t>28/09/2016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0AA24E-74E7-4FC6-AE69-DBAD2AEDFE1F}" type="datetimeFigureOut">
              <a:rPr lang="pt-BR" smtClean="0"/>
              <a:t>28/09/2016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940AA24E-74E7-4FC6-AE69-DBAD2AEDFE1F}" type="datetimeFigureOut">
              <a:rPr lang="pt-BR" smtClean="0"/>
              <a:t>28/09/2016</a:t>
            </a:fld>
            <a:endParaRPr lang="pt-BR"/>
          </a:p>
        </p:txBody>
      </p:sp>
      <p:sp>
        <p:nvSpPr>
          <p:cNvPr id="7" name="Slide Number Placeholder 6"/>
          <p:cNvSpPr>
            <a:spLocks noGrp="1"/>
          </p:cNvSpPr>
          <p:nvPr>
            <p:ph type="sldNum" sz="quarter" idx="12"/>
          </p:nvPr>
        </p:nvSpPr>
        <p:spPr/>
        <p:txBody>
          <a:bodyPr/>
          <a:lstStyle/>
          <a:p>
            <a:fld id="{6BCF794D-64B7-4AB0-B389-BA687F0F2E98}" type="slidenum">
              <a:rPr lang="pt-BR" smtClean="0"/>
              <a:t>‹nº›</a:t>
            </a:fld>
            <a:endParaRPr lang="pt-BR"/>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pt-B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pt-BR" smtClean="0"/>
              <a:t>Clique para editar o título mestre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pt-BR" smtClean="0"/>
              <a:t>Clique para editar o título mestre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Date Placeholder 4"/>
          <p:cNvSpPr>
            <a:spLocks noGrp="1"/>
          </p:cNvSpPr>
          <p:nvPr>
            <p:ph type="dt" sz="half" idx="10"/>
          </p:nvPr>
        </p:nvSpPr>
        <p:spPr/>
        <p:txBody>
          <a:bodyPr/>
          <a:lstStyle/>
          <a:p>
            <a:fld id="{940AA24E-74E7-4FC6-AE69-DBAD2AEDFE1F}" type="datetimeFigureOut">
              <a:rPr lang="pt-BR" smtClean="0"/>
              <a:t>28/09/2016</a:t>
            </a:fld>
            <a:endParaRPr lang="pt-B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pt-BR"/>
          </a:p>
        </p:txBody>
      </p:sp>
      <p:sp>
        <p:nvSpPr>
          <p:cNvPr id="7" name="Slide Number Placeholder 6"/>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a:p>
        </p:txBody>
      </p:sp>
      <p:sp>
        <p:nvSpPr>
          <p:cNvPr id="3" name="Vertical Text Placeholder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Date Placeholder 3"/>
          <p:cNvSpPr>
            <a:spLocks noGrp="1"/>
          </p:cNvSpPr>
          <p:nvPr>
            <p:ph type="dt" sz="half" idx="10"/>
          </p:nvPr>
        </p:nvSpPr>
        <p:spPr/>
        <p:txBody>
          <a:bodyPr/>
          <a:lstStyle/>
          <a:p>
            <a:fld id="{940AA24E-74E7-4FC6-AE69-DBAD2AEDFE1F}" type="datetimeFigureOut">
              <a:rPr lang="pt-BR" smtClean="0"/>
              <a:t>28/09/2016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pt-BR" smtClean="0"/>
              <a:t>Clique para editar o título mestre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Date Placeholder 3"/>
          <p:cNvSpPr>
            <a:spLocks noGrp="1"/>
          </p:cNvSpPr>
          <p:nvPr>
            <p:ph type="dt" sz="half" idx="10"/>
          </p:nvPr>
        </p:nvSpPr>
        <p:spPr/>
        <p:txBody>
          <a:bodyPr/>
          <a:lstStyle/>
          <a:p>
            <a:fld id="{940AA24E-74E7-4FC6-AE69-DBAD2AEDFE1F}" type="datetimeFigureOut">
              <a:rPr lang="pt-BR" smtClean="0"/>
              <a:t>28/09/2016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BCF794D-64B7-4AB0-B389-BA687F0F2E98}"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940AA24E-74E7-4FC6-AE69-DBAD2AEDFE1F}" type="datetimeFigureOut">
              <a:rPr lang="pt-BR" smtClean="0"/>
              <a:t>28/09/2016</a:t>
            </a:fld>
            <a:endParaRPr lang="pt-BR"/>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pt-B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6BCF794D-64B7-4AB0-B389-BA687F0F2E98}"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pt-BR" dirty="0" smtClean="0"/>
              <a:t>Estilos e Temas</a:t>
            </a:r>
            <a:br>
              <a:rPr lang="pt-BR" dirty="0" smtClean="0"/>
            </a:br>
            <a:r>
              <a:rPr lang="pt-BR" dirty="0" smtClean="0"/>
              <a:t>Componentes Personalizados</a:t>
            </a:r>
            <a:endParaRPr lang="pt-BR" dirty="0"/>
          </a:p>
        </p:txBody>
      </p:sp>
      <p:sp>
        <p:nvSpPr>
          <p:cNvPr id="3" name="Subtítulo 2"/>
          <p:cNvSpPr>
            <a:spLocks noGrp="1"/>
          </p:cNvSpPr>
          <p:nvPr>
            <p:ph type="subTitle" idx="1"/>
          </p:nvPr>
        </p:nvSpPr>
        <p:spPr/>
        <p:txBody>
          <a:bodyPr>
            <a:normAutofit/>
          </a:bodyPr>
          <a:lstStyle/>
          <a:p>
            <a:r>
              <a:rPr lang="pt-BR" dirty="0" smtClean="0">
                <a:solidFill>
                  <a:schemeClr val="tx1"/>
                </a:solidFill>
              </a:rPr>
              <a:t>Anne Caroline </a:t>
            </a:r>
          </a:p>
          <a:p>
            <a:r>
              <a:rPr lang="pt-BR" dirty="0" err="1" smtClean="0">
                <a:solidFill>
                  <a:schemeClr val="tx1"/>
                </a:solidFill>
              </a:rPr>
              <a:t>Jenisson</a:t>
            </a:r>
            <a:r>
              <a:rPr lang="pt-BR" dirty="0" smtClean="0">
                <a:solidFill>
                  <a:schemeClr val="tx1"/>
                </a:solidFill>
              </a:rPr>
              <a:t> Estevão</a:t>
            </a:r>
          </a:p>
          <a:p>
            <a:r>
              <a:rPr lang="pt-BR" dirty="0" smtClean="0">
                <a:solidFill>
                  <a:schemeClr val="tx1"/>
                </a:solidFill>
              </a:rPr>
              <a:t>Rafaela Silva</a:t>
            </a:r>
            <a:endParaRPr lang="pt-BR" dirty="0">
              <a:solidFill>
                <a:schemeClr val="tx1"/>
              </a:solidFill>
            </a:endParaRPr>
          </a:p>
        </p:txBody>
      </p:sp>
    </p:spTree>
    <p:extLst>
      <p:ext uri="{BB962C8B-B14F-4D97-AF65-F5344CB8AC3E}">
        <p14:creationId xmlns:p14="http://schemas.microsoft.com/office/powerpoint/2010/main" val="608503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Estilos e Temas</a:t>
            </a:r>
            <a:endParaRPr lang="pt-BR" dirty="0"/>
          </a:p>
        </p:txBody>
      </p:sp>
      <p:sp>
        <p:nvSpPr>
          <p:cNvPr id="3" name="Subtítulo 2"/>
          <p:cNvSpPr>
            <a:spLocks noGrp="1"/>
          </p:cNvSpPr>
          <p:nvPr>
            <p:ph type="subTitle" idx="1"/>
          </p:nvPr>
        </p:nvSpPr>
        <p:spPr/>
        <p:txBody>
          <a:bodyPr/>
          <a:lstStyle/>
          <a:p>
            <a:endParaRPr lang="pt-BR"/>
          </a:p>
        </p:txBody>
      </p:sp>
    </p:spTree>
    <p:extLst>
      <p:ext uri="{BB962C8B-B14F-4D97-AF65-F5344CB8AC3E}">
        <p14:creationId xmlns:p14="http://schemas.microsoft.com/office/powerpoint/2010/main" val="3201785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smtClean="0"/>
              <a:t>Estilos e Temas</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Um recurso de estilo define o formato e olhar para um UI. Um modelo pode ser aplicado a uma vista individual (a partir de um arquivo de layout) ou para uma atividade em geral ou de aplicação (a partir do ficheiro de manifesto).</a:t>
            </a:r>
            <a:endParaRPr lang="pt-BR" dirty="0"/>
          </a:p>
        </p:txBody>
      </p:sp>
    </p:spTree>
    <p:extLst>
      <p:ext uri="{BB962C8B-B14F-4D97-AF65-F5344CB8AC3E}">
        <p14:creationId xmlns:p14="http://schemas.microsoft.com/office/powerpoint/2010/main" val="3152796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a:t>
            </a:r>
            <a:r>
              <a:rPr lang="pt-BR" dirty="0" smtClean="0"/>
              <a:t>efinindo Estilos</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Um modelo é definido em um recurso XML que é separado do XML que especifica o layout. Este arquivo XML reside sob res / valores / diretório do seu projeto e terá &lt;recursos&gt; como o nó raiz que é obrigatório para o arquivo de estilo. O nome do arquivo XML é arbitrária, mas deve usar a extensão .</a:t>
            </a:r>
            <a:r>
              <a:rPr lang="pt-BR" dirty="0" err="1" smtClean="0"/>
              <a:t>xml</a:t>
            </a:r>
            <a:r>
              <a:rPr lang="pt-BR" dirty="0" smtClean="0"/>
              <a:t>.</a:t>
            </a:r>
            <a:endParaRPr lang="pt-BR" dirty="0"/>
          </a:p>
        </p:txBody>
      </p:sp>
    </p:spTree>
    <p:extLst>
      <p:ext uri="{BB962C8B-B14F-4D97-AF65-F5344CB8AC3E}">
        <p14:creationId xmlns:p14="http://schemas.microsoft.com/office/powerpoint/2010/main" val="2083078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83568" y="1844824"/>
            <a:ext cx="7846392" cy="3629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2538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Estilo Herança</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O </a:t>
            </a:r>
            <a:r>
              <a:rPr lang="pt-BR" dirty="0" err="1" smtClean="0"/>
              <a:t>Android</a:t>
            </a:r>
            <a:r>
              <a:rPr lang="pt-BR" dirty="0" smtClean="0"/>
              <a:t> suporta herança de estilo em muito forma semelhante à folha de estilo em cascata em web design. Você pode usar isso para herdar as propriedades de um estilo existente e, em seguida, definir apenas as propriedades que você deseja alterar ou adicionar.</a:t>
            </a:r>
            <a:endParaRPr lang="pt-BR" dirty="0"/>
          </a:p>
        </p:txBody>
      </p:sp>
    </p:spTree>
    <p:extLst>
      <p:ext uri="{BB962C8B-B14F-4D97-AF65-F5344CB8AC3E}">
        <p14:creationId xmlns:p14="http://schemas.microsoft.com/office/powerpoint/2010/main" val="689936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275856" y="1844824"/>
            <a:ext cx="2272397"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3300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Aplicação de cores para atributos temáticos</a:t>
            </a:r>
            <a:endParaRPr lang="pt-BR" dirty="0"/>
          </a:p>
        </p:txBody>
      </p:sp>
      <p:sp>
        <p:nvSpPr>
          <p:cNvPr id="3" name="Espaço Reservado para Conteúdo 2"/>
          <p:cNvSpPr>
            <a:spLocks noGrp="1"/>
          </p:cNvSpPr>
          <p:nvPr>
            <p:ph idx="1"/>
          </p:nvPr>
        </p:nvSpPr>
        <p:spPr/>
        <p:txBody>
          <a:bodyPr>
            <a:normAutofit fontScale="92500"/>
          </a:bodyPr>
          <a:lstStyle/>
          <a:p>
            <a:pPr marL="0" indent="0" algn="just">
              <a:buNone/>
            </a:pPr>
            <a:r>
              <a:rPr lang="pt-BR" dirty="0" smtClean="0"/>
              <a:t>O seu recurso de cor pode então ser aplicado a alguns atributos tema, tais como a janela de fundo e a cor do texto principal, adicionando elementos para o tema personalizado. Esses atributos são definidos em seu arquivo styles.xml. Por exemplo, para aplicar a cor personalizada para o fundo da janela, adicionar o seguinte dois elementos para o seu tema personalizado, definido em valores / arquivo </a:t>
            </a:r>
            <a:r>
              <a:rPr lang="pt-BR" dirty="0" err="1" smtClean="0"/>
              <a:t>MyAndroidApp</a:t>
            </a:r>
            <a:r>
              <a:rPr lang="pt-BR" dirty="0" smtClean="0"/>
              <a:t> / res / styles.xml -.</a:t>
            </a:r>
            <a:endParaRPr lang="pt-BR" dirty="0"/>
          </a:p>
        </p:txBody>
      </p:sp>
    </p:spTree>
    <p:extLst>
      <p:ext uri="{BB962C8B-B14F-4D97-AF65-F5344CB8AC3E}">
        <p14:creationId xmlns:p14="http://schemas.microsoft.com/office/powerpoint/2010/main" val="3668425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417976" y="2324100"/>
            <a:ext cx="2027061"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4444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Usando um personalizado Nine-Patch Com Teclas</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A </a:t>
            </a:r>
            <a:r>
              <a:rPr lang="pt-BR" dirty="0" err="1" smtClean="0"/>
              <a:t>drawable</a:t>
            </a:r>
            <a:r>
              <a:rPr lang="pt-BR" dirty="0" smtClean="0"/>
              <a:t> nove patch é um tipo especial de imagem que pode ser escalado em largura e altura, mantendo a sua integridade visual. Nove-patches são a maneira mais comum para especificar a aparência de botões </a:t>
            </a:r>
            <a:r>
              <a:rPr lang="pt-BR" dirty="0" err="1" smtClean="0"/>
              <a:t>Android</a:t>
            </a:r>
            <a:r>
              <a:rPr lang="pt-BR" dirty="0" smtClean="0"/>
              <a:t>, embora qualquer tipo </a:t>
            </a:r>
            <a:r>
              <a:rPr lang="pt-BR" dirty="0" err="1" smtClean="0"/>
              <a:t>drawable</a:t>
            </a:r>
            <a:r>
              <a:rPr lang="pt-BR" dirty="0" smtClean="0"/>
              <a:t> pode ser usado.</a:t>
            </a:r>
            <a:endParaRPr lang="pt-BR" dirty="0"/>
          </a:p>
        </p:txBody>
      </p:sp>
    </p:spTree>
    <p:extLst>
      <p:ext uri="{BB962C8B-B14F-4D97-AF65-F5344CB8AC3E}">
        <p14:creationId xmlns:p14="http://schemas.microsoft.com/office/powerpoint/2010/main" val="296669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451603" y="2324100"/>
            <a:ext cx="1959806"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3150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Temas </a:t>
            </a:r>
            <a:r>
              <a:rPr lang="pt-BR" dirty="0" err="1" smtClean="0"/>
              <a:t>Android</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 Um tema é nada, mas um estilo </a:t>
            </a:r>
            <a:r>
              <a:rPr lang="pt-BR" dirty="0" err="1" smtClean="0"/>
              <a:t>Android</a:t>
            </a:r>
            <a:r>
              <a:rPr lang="pt-BR" dirty="0" smtClean="0"/>
              <a:t> aplicada a uma atividade inteira ou aplicação, ao invés de uma vista individual.</a:t>
            </a:r>
          </a:p>
          <a:p>
            <a:pPr marL="0" indent="0" algn="just">
              <a:buNone/>
            </a:pPr>
            <a:r>
              <a:rPr lang="pt-BR" dirty="0" smtClean="0"/>
              <a:t>Assim, quando um estilo é aplicado como um tema, cada vista na atividade ou aplicação irá aplicar cada propriedade de estilo que ele suporta. </a:t>
            </a:r>
            <a:endParaRPr lang="pt-BR" dirty="0"/>
          </a:p>
        </p:txBody>
      </p:sp>
    </p:spTree>
    <p:extLst>
      <p:ext uri="{BB962C8B-B14F-4D97-AF65-F5344CB8AC3E}">
        <p14:creationId xmlns:p14="http://schemas.microsoft.com/office/powerpoint/2010/main" val="1202773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Denominando a paleta de </a:t>
            </a:r>
            <a:r>
              <a:rPr lang="pt-BR" dirty="0" smtClean="0"/>
              <a:t>cores</a:t>
            </a:r>
            <a:endParaRPr lang="pt-BR" dirty="0"/>
          </a:p>
        </p:txBody>
      </p:sp>
      <p:sp>
        <p:nvSpPr>
          <p:cNvPr id="3" name="Espaço Reservado para Conteúdo 2"/>
          <p:cNvSpPr>
            <a:spLocks noGrp="1"/>
          </p:cNvSpPr>
          <p:nvPr>
            <p:ph idx="1"/>
          </p:nvPr>
        </p:nvSpPr>
        <p:spPr/>
        <p:txBody>
          <a:bodyPr/>
          <a:lstStyle/>
          <a:p>
            <a:pPr marL="0" indent="0" algn="just">
              <a:buNone/>
            </a:pPr>
            <a:r>
              <a:rPr lang="pt-BR" dirty="0"/>
              <a:t>O projeto de layout pode ser implementada com base neles cores com base, por exemplo, como se segue projeto foi concebido com base neles cor (azul</a:t>
            </a:r>
            <a:r>
              <a:rPr lang="pt-BR" dirty="0" smtClean="0"/>
              <a:t>).</a:t>
            </a:r>
            <a:endParaRPr lang="pt-BR" dirty="0"/>
          </a:p>
        </p:txBody>
      </p:sp>
    </p:spTree>
    <p:extLst>
      <p:ext uri="{BB962C8B-B14F-4D97-AF65-F5344CB8AC3E}">
        <p14:creationId xmlns:p14="http://schemas.microsoft.com/office/powerpoint/2010/main" val="3747596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51723" y="2324100"/>
            <a:ext cx="2159566"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1121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smtClean="0"/>
              <a:t>Estilos padrão &amp; Temas</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A plataforma </a:t>
            </a:r>
            <a:r>
              <a:rPr lang="pt-BR" dirty="0" err="1" smtClean="0"/>
              <a:t>Android</a:t>
            </a:r>
            <a:r>
              <a:rPr lang="pt-BR" dirty="0" smtClean="0"/>
              <a:t> oferece uma grande coleção de estilos e temas que você pode usar em seus aplicativos. Você pode encontrar uma referência de todos os estilos disponíveis na classe </a:t>
            </a:r>
            <a:r>
              <a:rPr lang="pt-BR" dirty="0" err="1" smtClean="0"/>
              <a:t>R.style</a:t>
            </a:r>
            <a:r>
              <a:rPr lang="pt-BR" dirty="0" smtClean="0"/>
              <a:t>. Para usar os estilos listados aqui, substituir todos os sublinhados no nome de estilo com um período.</a:t>
            </a:r>
            <a:endParaRPr lang="pt-BR" dirty="0"/>
          </a:p>
        </p:txBody>
      </p:sp>
    </p:spTree>
    <p:extLst>
      <p:ext uri="{BB962C8B-B14F-4D97-AF65-F5344CB8AC3E}">
        <p14:creationId xmlns:p14="http://schemas.microsoft.com/office/powerpoint/2010/main" val="2569133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pt-BR" dirty="0" smtClean="0"/>
              <a:t>Componentes Personalizados</a:t>
            </a:r>
            <a:endParaRPr lang="pt-BR" dirty="0"/>
          </a:p>
        </p:txBody>
      </p:sp>
      <p:sp>
        <p:nvSpPr>
          <p:cNvPr id="3" name="Subtítulo 2"/>
          <p:cNvSpPr>
            <a:spLocks noGrp="1"/>
          </p:cNvSpPr>
          <p:nvPr>
            <p:ph type="subTitle" idx="1"/>
          </p:nvPr>
        </p:nvSpPr>
        <p:spPr/>
        <p:txBody>
          <a:bodyPr/>
          <a:lstStyle/>
          <a:p>
            <a:endParaRPr lang="pt-BR"/>
          </a:p>
        </p:txBody>
      </p:sp>
    </p:spTree>
    <p:extLst>
      <p:ext uri="{BB962C8B-B14F-4D97-AF65-F5344CB8AC3E}">
        <p14:creationId xmlns:p14="http://schemas.microsoft.com/office/powerpoint/2010/main" val="1180325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err="1" smtClean="0"/>
              <a:t>Android</a:t>
            </a:r>
            <a:r>
              <a:rPr lang="pt-BR" dirty="0" smtClean="0"/>
              <a:t> Componentes personalizados</a:t>
            </a:r>
            <a:endParaRPr lang="pt-BR" dirty="0"/>
          </a:p>
        </p:txBody>
      </p:sp>
      <p:sp>
        <p:nvSpPr>
          <p:cNvPr id="3" name="Espaço Reservado para Conteúdo 2"/>
          <p:cNvSpPr>
            <a:spLocks noGrp="1"/>
          </p:cNvSpPr>
          <p:nvPr>
            <p:ph idx="1"/>
          </p:nvPr>
        </p:nvSpPr>
        <p:spPr/>
        <p:txBody>
          <a:bodyPr/>
          <a:lstStyle/>
          <a:p>
            <a:pPr marL="0" indent="0" algn="just">
              <a:buNone/>
            </a:pPr>
            <a:r>
              <a:rPr lang="pt-BR" dirty="0" smtClean="0"/>
              <a:t>Implementação de componentes próprios em componentes </a:t>
            </a:r>
            <a:r>
              <a:rPr lang="pt-BR" dirty="0" err="1" smtClean="0"/>
              <a:t>pré</a:t>
            </a:r>
            <a:r>
              <a:rPr lang="pt-BR" dirty="0" smtClean="0"/>
              <a:t>-construídos com estendendo subclasse com a própria classe definida</a:t>
            </a:r>
            <a:endParaRPr lang="pt-BR" dirty="0"/>
          </a:p>
        </p:txBody>
      </p:sp>
    </p:spTree>
    <p:extLst>
      <p:ext uri="{BB962C8B-B14F-4D97-AF65-F5344CB8AC3E}">
        <p14:creationId xmlns:p14="http://schemas.microsoft.com/office/powerpoint/2010/main" val="3104263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639483" y="2324100"/>
            <a:ext cx="5584047"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1093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Criando um componente personalizado Simples</a:t>
            </a:r>
            <a:endParaRPr lang="pt-BR"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2636912"/>
            <a:ext cx="7344815" cy="3292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4827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211956" y="2324100"/>
            <a:ext cx="2439100" cy="350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68649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44</TotalTime>
  <Words>488</Words>
  <Application>Microsoft Office PowerPoint</Application>
  <PresentationFormat>Apresentação na tela (4:3)</PresentationFormat>
  <Paragraphs>26</Paragraphs>
  <Slides>20</Slides>
  <Notes>0</Notes>
  <HiddenSlides>0</HiddenSlides>
  <MMClips>0</MMClips>
  <ScaleCrop>false</ScaleCrop>
  <HeadingPairs>
    <vt:vector size="4" baseType="variant">
      <vt:variant>
        <vt:lpstr>Tema</vt:lpstr>
      </vt:variant>
      <vt:variant>
        <vt:i4>1</vt:i4>
      </vt:variant>
      <vt:variant>
        <vt:lpstr>Títulos de slides</vt:lpstr>
      </vt:variant>
      <vt:variant>
        <vt:i4>20</vt:i4>
      </vt:variant>
    </vt:vector>
  </HeadingPairs>
  <TitlesOfParts>
    <vt:vector size="21" baseType="lpstr">
      <vt:lpstr>Austin</vt:lpstr>
      <vt:lpstr>Estilos e Temas Componentes Personalizados</vt:lpstr>
      <vt:lpstr>Estilos e Temas</vt:lpstr>
      <vt:lpstr>Estilos e Temas</vt:lpstr>
      <vt:lpstr>Definindo Estilos</vt:lpstr>
      <vt:lpstr>Apresentação do PowerPoint</vt:lpstr>
      <vt:lpstr>Estilo Herança</vt:lpstr>
      <vt:lpstr>Apresentação do PowerPoint</vt:lpstr>
      <vt:lpstr>Aplicação de cores para atributos temáticos</vt:lpstr>
      <vt:lpstr>Apresentação do PowerPoint</vt:lpstr>
      <vt:lpstr>Usando um personalizado Nine-Patch Com Teclas</vt:lpstr>
      <vt:lpstr>Apresentação do PowerPoint</vt:lpstr>
      <vt:lpstr>Temas Android</vt:lpstr>
      <vt:lpstr>Denominando a paleta de cores</vt:lpstr>
      <vt:lpstr>Apresentação do PowerPoint</vt:lpstr>
      <vt:lpstr>Estilos padrão &amp; Temas</vt:lpstr>
      <vt:lpstr>Componentes Personalizados</vt:lpstr>
      <vt:lpstr>Android Componentes personalizados</vt:lpstr>
      <vt:lpstr>Apresentação do PowerPoint</vt:lpstr>
      <vt:lpstr>Criando um componente personalizado Simples</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Jenisson</dc:creator>
  <cp:lastModifiedBy>Jenisson</cp:lastModifiedBy>
  <cp:revision>5</cp:revision>
  <dcterms:created xsi:type="dcterms:W3CDTF">2016-09-28T17:42:05Z</dcterms:created>
  <dcterms:modified xsi:type="dcterms:W3CDTF">2016-09-28T18:27:04Z</dcterms:modified>
</cp:coreProperties>
</file>