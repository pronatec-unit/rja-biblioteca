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8C7239F9-EBC2-4FD6-93A9-3FAC6600408E}" type="datetimeFigureOut">
              <a:rPr lang="pt-BR" smtClean="0"/>
              <a:t>23/11/2016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9C25F20-C8A3-4579-8257-899EAC21434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C7239F9-EBC2-4FD6-93A9-3FAC6600408E}" type="datetimeFigureOut">
              <a:rPr lang="pt-BR" smtClean="0"/>
              <a:t>23/11/2016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9C25F20-C8A3-4579-8257-899EAC214345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C7239F9-EBC2-4FD6-93A9-3FAC6600408E}" type="datetimeFigureOut">
              <a:rPr lang="pt-BR" smtClean="0"/>
              <a:t>23/11/2016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9C25F20-C8A3-4579-8257-899EAC214345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Divisa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C7239F9-EBC2-4FD6-93A9-3FAC6600408E}" type="datetimeFigureOut">
              <a:rPr lang="pt-BR" smtClean="0"/>
              <a:t>23/11/2016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9C25F20-C8A3-4579-8257-899EAC21434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C7239F9-EBC2-4FD6-93A9-3FAC6600408E}" type="datetimeFigureOut">
              <a:rPr lang="pt-BR" smtClean="0"/>
              <a:t>23/11/2016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9C25F20-C8A3-4579-8257-899EAC214345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C7239F9-EBC2-4FD6-93A9-3FAC6600408E}" type="datetimeFigureOut">
              <a:rPr lang="pt-BR" smtClean="0"/>
              <a:t>23/11/2016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9C25F20-C8A3-4579-8257-899EAC214345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C7239F9-EBC2-4FD6-93A9-3FAC6600408E}" type="datetimeFigureOut">
              <a:rPr lang="pt-BR" smtClean="0"/>
              <a:t>23/11/2016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9C25F20-C8A3-4579-8257-899EAC21434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8C7239F9-EBC2-4FD6-93A9-3FAC6600408E}" type="datetimeFigureOut">
              <a:rPr lang="pt-BR" smtClean="0"/>
              <a:t>23/11/2016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9C25F20-C8A3-4579-8257-899EAC214345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C7239F9-EBC2-4FD6-93A9-3FAC6600408E}" type="datetimeFigureOut">
              <a:rPr lang="pt-BR" smtClean="0"/>
              <a:t>23/11/2016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9C25F20-C8A3-4579-8257-899EAC214345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C7239F9-EBC2-4FD6-93A9-3FAC6600408E}" type="datetimeFigureOut">
              <a:rPr lang="pt-BR" smtClean="0"/>
              <a:t>23/11/2016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9C25F20-C8A3-4579-8257-899EAC21434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C7239F9-EBC2-4FD6-93A9-3FAC6600408E}" type="datetimeFigureOut">
              <a:rPr lang="pt-BR" smtClean="0"/>
              <a:t>23/11/2016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9C25F20-C8A3-4579-8257-899EAC21434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8C7239F9-EBC2-4FD6-93A9-3FAC6600408E}" type="datetimeFigureOut">
              <a:rPr lang="pt-BR" smtClean="0"/>
              <a:t>23/11/2016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9C25F20-C8A3-4579-8257-899EAC214345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4NLxdyKxySM" TargetMode="External"/><Relationship Id="rId2" Type="http://schemas.openxmlformats.org/officeDocument/2006/relationships/hyperlink" Target="http://www.dca.fee.unicamp.br/cursos/PooJava/classes/met_main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blog.alura.com.br/metodo-main-em-jav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Método Main</a:t>
            </a:r>
            <a:br>
              <a:rPr lang="pt-BR" dirty="0" smtClean="0"/>
            </a:br>
            <a:r>
              <a:rPr lang="pt-BR" dirty="0" smtClean="0"/>
              <a:t>em</a:t>
            </a:r>
            <a:br>
              <a:rPr lang="pt-BR" dirty="0" smtClean="0"/>
            </a:br>
            <a:r>
              <a:rPr lang="pt-BR" dirty="0" smtClean="0"/>
              <a:t>Java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>
                <a:solidFill>
                  <a:schemeClr val="tx1"/>
                </a:solidFill>
              </a:rPr>
              <a:t>Anne Carolina</a:t>
            </a:r>
          </a:p>
          <a:p>
            <a:r>
              <a:rPr lang="pt-BR" dirty="0" smtClean="0">
                <a:solidFill>
                  <a:schemeClr val="tx1"/>
                </a:solidFill>
              </a:rPr>
              <a:t>Jênisson Estevão</a:t>
            </a:r>
          </a:p>
          <a:p>
            <a:r>
              <a:rPr lang="pt-BR" dirty="0" smtClean="0">
                <a:solidFill>
                  <a:schemeClr val="tx1"/>
                </a:solidFill>
              </a:rPr>
              <a:t>Rafaela Silva</a:t>
            </a: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597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dirty="0" smtClean="0"/>
              <a:t>É um método associado à classe e não a um objeto específico da classe -- assim, ele é definido como um método estático. Adicionalmente, deve ser um método público para permitir sua execução a partir da máquina virtual Java. Não tem valor de retorno, mas recebe como argumento um arranjo de </a:t>
            </a:r>
            <a:r>
              <a:rPr lang="pt-BR" dirty="0" err="1" smtClean="0"/>
              <a:t>strings</a:t>
            </a:r>
            <a:r>
              <a:rPr lang="pt-BR" dirty="0" smtClean="0"/>
              <a:t> que corresponde aos parâmetros que podem ser passados para a aplicação a partir da linha de comando.</a:t>
            </a:r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método main?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3611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O método main(chamado de método maior), tem como sua principal função executar , ou seja, ele serve para deixar o seu programa executável, chamando os outros método colocados na sua estrutura, assim dando o resultado.</a:t>
            </a:r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Pra que serve o main?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7463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BR" dirty="0" smtClean="0"/>
              <a:t>Para a aplicação executar precisamos do método main, porém o Java só entende que é o método main na nossa aplicação se seguir essa assinatura: </a:t>
            </a:r>
            <a:r>
              <a:rPr lang="pt-BR" dirty="0" err="1" smtClean="0"/>
              <a:t>public</a:t>
            </a:r>
            <a:r>
              <a:rPr lang="pt-BR" dirty="0" smtClean="0"/>
              <a:t> </a:t>
            </a:r>
            <a:r>
              <a:rPr lang="pt-BR" dirty="0" err="1" smtClean="0"/>
              <a:t>static</a:t>
            </a:r>
            <a:r>
              <a:rPr lang="pt-BR" dirty="0" smtClean="0"/>
              <a:t> </a:t>
            </a:r>
            <a:r>
              <a:rPr lang="pt-BR" dirty="0" err="1" smtClean="0"/>
              <a:t>void</a:t>
            </a:r>
            <a:r>
              <a:rPr lang="pt-BR" dirty="0" smtClean="0"/>
              <a:t> main(</a:t>
            </a:r>
            <a:r>
              <a:rPr lang="pt-BR" dirty="0" err="1" smtClean="0"/>
              <a:t>String</a:t>
            </a:r>
            <a:r>
              <a:rPr lang="pt-BR" dirty="0" smtClean="0"/>
              <a:t>[] </a:t>
            </a:r>
            <a:r>
              <a:rPr lang="pt-BR" dirty="0" err="1" smtClean="0"/>
              <a:t>args</a:t>
            </a:r>
            <a:r>
              <a:rPr lang="pt-BR" dirty="0" smtClean="0"/>
              <a:t>). E a única alteração permitida é alterar o </a:t>
            </a:r>
            <a:r>
              <a:rPr lang="pt-BR" dirty="0" err="1" smtClean="0"/>
              <a:t>array</a:t>
            </a:r>
            <a:r>
              <a:rPr lang="pt-BR" dirty="0" smtClean="0"/>
              <a:t> de </a:t>
            </a:r>
            <a:r>
              <a:rPr lang="pt-BR" dirty="0" err="1" smtClean="0"/>
              <a:t>String</a:t>
            </a:r>
            <a:r>
              <a:rPr lang="pt-BR" dirty="0" smtClean="0"/>
              <a:t> para um </a:t>
            </a:r>
            <a:r>
              <a:rPr lang="pt-BR" dirty="0" err="1" smtClean="0"/>
              <a:t>varargs</a:t>
            </a:r>
            <a:r>
              <a:rPr lang="pt-BR" dirty="0" smtClean="0"/>
              <a:t> de </a:t>
            </a:r>
            <a:r>
              <a:rPr lang="pt-BR" dirty="0" err="1" smtClean="0"/>
              <a:t>String</a:t>
            </a:r>
            <a:r>
              <a:rPr lang="pt-BR" dirty="0" smtClean="0"/>
              <a:t>, pois na prática funcionará da mesma maneira.</a:t>
            </a:r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Observação!!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6924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err="1" smtClean="0"/>
              <a:t>public</a:t>
            </a:r>
            <a:r>
              <a:rPr lang="pt-BR" dirty="0" smtClean="0"/>
              <a:t> </a:t>
            </a:r>
            <a:r>
              <a:rPr lang="pt-BR" dirty="0" err="1" smtClean="0"/>
              <a:t>class</a:t>
            </a:r>
            <a:r>
              <a:rPr lang="pt-BR" dirty="0" smtClean="0"/>
              <a:t> </a:t>
            </a:r>
            <a:r>
              <a:rPr lang="pt-BR" dirty="0" err="1" smtClean="0"/>
              <a:t>test</a:t>
            </a:r>
            <a:r>
              <a:rPr lang="pt-BR" dirty="0" smtClean="0"/>
              <a:t> {</a:t>
            </a:r>
          </a:p>
          <a:p>
            <a:pPr marL="0" indent="0">
              <a:buNone/>
            </a:pPr>
            <a:r>
              <a:rPr lang="pt-BR" dirty="0" smtClean="0"/>
              <a:t>	</a:t>
            </a:r>
            <a:r>
              <a:rPr lang="pt-BR" dirty="0" err="1" smtClean="0"/>
              <a:t>public</a:t>
            </a:r>
            <a:r>
              <a:rPr lang="pt-BR" dirty="0" smtClean="0"/>
              <a:t> </a:t>
            </a:r>
            <a:r>
              <a:rPr lang="pt-BR" dirty="0" err="1" smtClean="0"/>
              <a:t>static</a:t>
            </a:r>
            <a:r>
              <a:rPr lang="pt-BR" dirty="0" smtClean="0"/>
              <a:t> </a:t>
            </a:r>
            <a:r>
              <a:rPr lang="pt-BR" dirty="0" err="1" smtClean="0"/>
              <a:t>void</a:t>
            </a:r>
            <a:r>
              <a:rPr lang="pt-BR" dirty="0" smtClean="0"/>
              <a:t> main(</a:t>
            </a:r>
            <a:r>
              <a:rPr lang="pt-BR" dirty="0" err="1" smtClean="0"/>
              <a:t>String</a:t>
            </a:r>
            <a:r>
              <a:rPr lang="pt-BR" dirty="0" smtClean="0"/>
              <a:t>[] </a:t>
            </a:r>
            <a:r>
              <a:rPr lang="pt-BR" dirty="0" err="1" smtClean="0"/>
              <a:t>args</a:t>
            </a:r>
            <a:r>
              <a:rPr lang="pt-BR" dirty="0" smtClean="0"/>
              <a:t>) </a:t>
            </a:r>
          </a:p>
          <a:p>
            <a:pPr marL="0" indent="0">
              <a:buNone/>
            </a:pPr>
            <a:r>
              <a:rPr lang="pt-BR" dirty="0" smtClean="0"/>
              <a:t>	{</a:t>
            </a:r>
          </a:p>
          <a:p>
            <a:pPr marL="0" indent="0">
              <a:buNone/>
            </a:pPr>
            <a:r>
              <a:rPr lang="pt-BR" dirty="0" smtClean="0"/>
              <a:t>		</a:t>
            </a:r>
            <a:r>
              <a:rPr lang="pt-BR" dirty="0" err="1" smtClean="0"/>
              <a:t>System.out.println</a:t>
            </a:r>
            <a:r>
              <a:rPr lang="pt-BR" dirty="0" smtClean="0"/>
              <a:t>("Olá Mundo!");</a:t>
            </a:r>
          </a:p>
          <a:p>
            <a:pPr marL="0" indent="0">
              <a:buNone/>
            </a:pPr>
            <a:r>
              <a:rPr lang="pt-BR" dirty="0" smtClean="0"/>
              <a:t>	}</a:t>
            </a:r>
          </a:p>
          <a:p>
            <a:pPr marL="0" indent="0">
              <a:buNone/>
            </a:pPr>
            <a:r>
              <a:rPr lang="pt-BR" smtClean="0"/>
              <a:t>}</a:t>
            </a:r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Demonstração do método!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0033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000" dirty="0" smtClean="0">
                <a:hlinkClick r:id="rId2"/>
              </a:rPr>
              <a:t>http://www.dca.fee.unicamp.br/cursos/PooJava/classes/met_main.html</a:t>
            </a:r>
            <a:endParaRPr lang="pt-BR" sz="2000" dirty="0" smtClean="0"/>
          </a:p>
          <a:p>
            <a:pPr marL="0" indent="0" algn="ctr">
              <a:buNone/>
            </a:pPr>
            <a:endParaRPr lang="pt-BR" sz="2000" dirty="0" smtClean="0"/>
          </a:p>
          <a:p>
            <a:pPr marL="0" indent="0" algn="ctr">
              <a:buNone/>
            </a:pPr>
            <a:r>
              <a:rPr lang="pt-BR" sz="2000" dirty="0" smtClean="0">
                <a:hlinkClick r:id="rId3"/>
              </a:rPr>
              <a:t>https://www.youtube.com/watch?v=4NLxdyKxySM</a:t>
            </a:r>
            <a:endParaRPr lang="pt-BR" sz="2000" dirty="0" smtClean="0"/>
          </a:p>
          <a:p>
            <a:pPr marL="0" indent="0" algn="ctr">
              <a:buNone/>
            </a:pPr>
            <a:endParaRPr lang="pt-BR" sz="2000" dirty="0"/>
          </a:p>
          <a:p>
            <a:pPr marL="0" indent="0" algn="ctr">
              <a:buNone/>
            </a:pPr>
            <a:r>
              <a:rPr lang="pt-BR" sz="2000" dirty="0" smtClean="0">
                <a:hlinkClick r:id="rId4"/>
              </a:rPr>
              <a:t>http://blog.alura.com.br/metodo-main-em-java/</a:t>
            </a:r>
            <a:r>
              <a:rPr lang="pt-BR" sz="2000" dirty="0" smtClean="0"/>
              <a:t>     </a:t>
            </a:r>
          </a:p>
          <a:p>
            <a:pPr marL="0" indent="0" algn="ctr">
              <a:buNone/>
            </a:pPr>
            <a:endParaRPr lang="pt-BR" sz="2000" dirty="0"/>
          </a:p>
          <a:p>
            <a:pPr marL="0" indent="0" algn="ctr">
              <a:buNone/>
            </a:pPr>
            <a:endParaRPr lang="pt-BR" sz="2000" dirty="0" smtClean="0"/>
          </a:p>
          <a:p>
            <a:pPr marL="0" indent="0" algn="ctr">
              <a:buNone/>
            </a:pPr>
            <a:endParaRPr lang="pt-BR" sz="20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Referência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25865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53</TotalTime>
  <Words>215</Words>
  <Application>Microsoft Office PowerPoint</Application>
  <PresentationFormat>Apresentação na tela (4:3)</PresentationFormat>
  <Paragraphs>24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Concurso</vt:lpstr>
      <vt:lpstr>Método Main em Java</vt:lpstr>
      <vt:lpstr>O que é método main?</vt:lpstr>
      <vt:lpstr>Pra que serve o main?</vt:lpstr>
      <vt:lpstr>Observação!!</vt:lpstr>
      <vt:lpstr>Demonstração do método!</vt:lpstr>
      <vt:lpstr>Referência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 Main em Java</dc:title>
  <dc:creator>Jenisson</dc:creator>
  <cp:lastModifiedBy>Louis Charles Araujo Santos</cp:lastModifiedBy>
  <cp:revision>6</cp:revision>
  <dcterms:created xsi:type="dcterms:W3CDTF">2016-11-23T16:46:24Z</dcterms:created>
  <dcterms:modified xsi:type="dcterms:W3CDTF">2016-11-23T18:48:09Z</dcterms:modified>
</cp:coreProperties>
</file>